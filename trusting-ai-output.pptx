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486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1783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AI Output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Hallucination to Verification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731520" y="3291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Workshop  |  April 2026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Self-Rating Trap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9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ENTERPRISE PROBLEM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models get smarter, their willingness to admit ignorance decreases. They optimise for helpfulness over truthfulness.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3840480" cy="2011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03120"/>
            <a:ext cx="36576" cy="201168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240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ILLUSION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606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"Rate your response out of 10"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971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for creative drafting, where the rating triggers an iteration loop. But for extraction or verification, the confidence score is generated by the same process that produced the error.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103120"/>
            <a:ext cx="3840480" cy="2011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103120"/>
            <a:ext cx="36576" cy="2011680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2240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hallucinates a fact will just as confidently hallucinate a 9/10 rating.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ask a witness if they are lying and expect a reliable answer. The verification must come from outside the system.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leads to Automation Bias — we trust the confident-sounding output, even when it's wrong.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"Law" to "Physics"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9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508760"/>
            <a:ext cx="384048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508760"/>
            <a:ext cx="36576" cy="182880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377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the agent "Do not lie" or "Be accurate." These are voluntary constraints. They work until context pressure overwhelms them — and you never know when that threshold is crossed.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508760"/>
            <a:ext cx="384048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508760"/>
            <a:ext cx="36576" cy="18288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2377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an environment where hallucination is structurally difficult or immediately visible. The agent doesn't need to "choose" honesty — the architecture enforces 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657600"/>
            <a:ext cx="36576" cy="7315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relying on the agent's "morals." Start relying on the interaction's architecture.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Structural Rules for Grounded Output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9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IN PRACTICE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36576" cy="9144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572768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572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5361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Graceful Uncertainty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190195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the agent to leave a field blank when a value is ambiguous — with a mandatory "Reason for Blank" field. Make the absence of an answer a first-class output, not a failure mode.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560320"/>
            <a:ext cx="786384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60320"/>
            <a:ext cx="36576" cy="91440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670048"/>
            <a:ext cx="411480" cy="41148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70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263347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the Cost of Errors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299923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shift the distribution: "A wrong answer is 3× worse than a blank. When in doubt, leave it blank." This recalibrates the model's helpfulness bias toward caution.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657600"/>
            <a:ext cx="36576" cy="9144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37673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767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373075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Provenance on Every Claim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71600" y="409651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output tagged: </a:t>
            </a:r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(exact match from source) or </a:t>
            </a:r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(derived, with reasoning). If it can't be labelled, it can't be stated.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in Practice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9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3840480" cy="30175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36576" cy="3017520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STRUCTURE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"Extract the contract renewal date"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377440"/>
            <a:ext cx="3291840" cy="9144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468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Renewal date: March 15, 2025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Confidence: 9/10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306324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 Hallucinated from a similar contract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429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right. Feels confident.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fabricated.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463040"/>
            <a:ext cx="3840480" cy="30175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463040"/>
            <a:ext cx="36576" cy="30175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STRUCTURE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question, three rules applied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0" y="2377440"/>
            <a:ext cx="3291840" cy="13716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2468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renewal_date: </a:t>
            </a:r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reason: 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"Section 4.2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'annual renewal' but 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specific date found"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source_type: </a:t>
            </a:r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INFERRED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8862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Honest about what it doesn't know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Works: Inverted Causality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9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THEORY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3840480" cy="11887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36576" cy="118872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MODEL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 →  Expert Language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lawyer uses precise terms because they understand the law.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463040"/>
            <a:ext cx="3840480" cy="11887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463040"/>
            <a:ext cx="36576" cy="1188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Language  →  Expertise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23317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Forcing precise vocabulary seeds a trajectory toward precision.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2880360"/>
            <a:ext cx="7863840" cy="1645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2880360"/>
            <a:ext cx="36576" cy="16459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017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force the agent to label outputs as </a:t>
            </a:r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you aren't just adding metadata. You're changing which part of the model's knowledge activates.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 aren't a symptom of the truth — they are the mechanism that produces the truth-shaped output. Specialised vocabulary shifts the model away from the fuzzy average of its training data and toward the expert distribution.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486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10058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but Robust</a:t>
            </a:r>
            <a:endParaRPr lang="en-US" sz="3600" dirty="0"/>
          </a:p>
        </p:txBody>
      </p:sp>
      <p:sp>
        <p:nvSpPr>
          <p:cNvPr id="5" name="Shape 1"/>
          <p:cNvSpPr/>
          <p:nvPr/>
        </p:nvSpPr>
        <p:spPr>
          <a:xfrm>
            <a:off x="640080" y="1828800"/>
            <a:ext cx="256032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1828800"/>
            <a:ext cx="36576" cy="1371600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7" name="Text 3"/>
          <p:cNvSpPr/>
          <p:nvPr/>
        </p:nvSpPr>
        <p:spPr>
          <a:xfrm>
            <a:off x="86868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agent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honest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686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Instruction-based constraints fail under pressure.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383280" y="1828800"/>
            <a:ext cx="256032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383280" y="1828800"/>
            <a:ext cx="36576" cy="13716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8"/>
          <p:cNvSpPr/>
          <p:nvPr/>
        </p:nvSpPr>
        <p:spPr>
          <a:xfrm>
            <a:off x="361188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61188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honesty the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of least resistance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611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interaction so truth is easier than fabrication.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26480" y="1828800"/>
            <a:ext cx="256032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126480" y="1828800"/>
            <a:ext cx="36576" cy="13716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7" name="Text 13"/>
          <p:cNvSpPr/>
          <p:nvPr/>
        </p:nvSpPr>
        <p:spPr>
          <a:xfrm>
            <a:off x="635508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35508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 whose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you can verify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3550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tool you monitor, but a system you can trust.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" y="3474720"/>
            <a:ext cx="7863840" cy="10972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0080" y="3474720"/>
            <a:ext cx="36576" cy="10972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2" name="Text 18"/>
          <p:cNvSpPr/>
          <p:nvPr/>
        </p:nvSpPr>
        <p:spPr>
          <a:xfrm>
            <a:off x="914400" y="3566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CHECKLIST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914400" y="38404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43000" y="38404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agent say "I don't know" in your current workflow?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914400" y="40416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143000" y="404164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wrong answer penalised more than a blank?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754880" y="38404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983480" y="38404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every output carry provenance (EXTRACTED / INFERRED)?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4754880" y="40416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83480" y="404164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testing with "Law" or building with "Physics"?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Trusting AI Output: Preventing Hallucinations</dc:title>
  <dc:subject>PptxGenJS Presentation</dc:subject>
  <dc:creator>Steve</dc:creator>
  <cp:lastModifiedBy>Steve</cp:lastModifiedBy>
  <cp:revision>1</cp:revision>
  <dcterms:created xsi:type="dcterms:W3CDTF">2026-04-01T23:17:18Z</dcterms:created>
  <dcterms:modified xsi:type="dcterms:W3CDTF">2026-04-01T23:17:18Z</dcterms:modified>
</cp:coreProperties>
</file>