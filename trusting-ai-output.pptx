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1783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AI Output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Hallucination to Verification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3152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Workshop  |  April 2026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Trust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hallucinations are the #1 barrier to AI adoption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of Hallucinations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pilots stall due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trust concerns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371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1188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single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high-profile AI error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371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4652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rebuild trust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to establish 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just wrong answers — it's eroded trust, abandoned pilots, and shadow AI workarounds.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composites from industry reports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Hallucination Actually 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16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don't retrieve facts — they predict plausible next tokens. A model can be highly confident about text that is completely fabricated.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834640"/>
            <a:ext cx="36576" cy="109728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291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≠ Accuracy. The model's certainty about its output has no direct relationship with factual correctness.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20640" y="1097280"/>
            <a:ext cx="347472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9496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→ Find fact → Return answer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394960" y="2103120"/>
            <a:ext cx="292608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Text 14"/>
          <p:cNvSpPr/>
          <p:nvPr/>
        </p:nvSpPr>
        <p:spPr>
          <a:xfrm>
            <a:off x="539496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9496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prompt → Predict likely tokens → Construct plausible text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394960" y="3200400"/>
            <a:ext cx="292608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Text 17"/>
          <p:cNvSpPr/>
          <p:nvPr/>
        </p:nvSpPr>
        <p:spPr>
          <a:xfrm>
            <a:off x="539496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"Plausible" ≠ "True"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optimises for coherence, not correctness.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Taxonomy of Failure Modes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36576" cy="128016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Facts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citations, statistics, or events that never existed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36576" cy="128016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Attribution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real statements to the wrong source or context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840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34640"/>
            <a:ext cx="36576" cy="12801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Drift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correct with small inaccuracies mixed in — hardest to catch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3840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834640"/>
            <a:ext cx="36576" cy="128016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Nonsense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8348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plausible answers that are entirely wrong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which type you're dealing with shapes the prevention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Hallucinations Bite Hardest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07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207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0" y="12070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286000"/>
            <a:ext cx="80467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Content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737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damage, legal liability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331720"/>
            <a:ext cx="8046720" cy="5943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926080"/>
            <a:ext cx="80467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377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Retrieval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2377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decisions from bad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566160"/>
            <a:ext cx="80467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017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3017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017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vulnerabilities, subtle bugs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8046720" cy="5943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206240"/>
            <a:ext cx="80467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657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Legal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violations, fines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risk profile determines which prevention techniques to prioritise.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Spectrum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AUTONOMY 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804672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1554480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11680"/>
            <a:ext cx="18288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11680"/>
            <a:ext cx="36576" cy="2011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48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Writes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Autocomplete, suggestions,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spelling/grammar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1554480"/>
            <a:ext cx="274320" cy="27432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15" name="Shape 13"/>
          <p:cNvSpPr/>
          <p:nvPr/>
        </p:nvSpPr>
        <p:spPr>
          <a:xfrm>
            <a:off x="2651760" y="2011680"/>
            <a:ext cx="18288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2011680"/>
            <a:ext cx="36576" cy="201168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0" y="2148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Edits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drafts, summaries,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suggestions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32120" y="1554480"/>
            <a:ext cx="274320" cy="27432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2011680"/>
            <a:ext cx="18288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011680"/>
            <a:ext cx="36576" cy="201168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148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emails,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responses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35240" y="1554480"/>
            <a:ext cx="274320" cy="27432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0" y="2011680"/>
            <a:ext cx="18288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2011680"/>
            <a:ext cx="36576" cy="201168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2148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automated decisions,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your workflows on this spectrum? Each level demands different verification.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Techniques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layers of defence against hallucination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technique is sufficient. Layer them like security controls.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0604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36576" cy="2560320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5146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inputs, ground in sources, structure outputs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1737360"/>
            <a:ext cx="260604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1737360"/>
            <a:ext cx="36576" cy="2560320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9659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1480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57600" y="25146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Self-verification, multi-pass validation, automated checks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09360" y="1737360"/>
            <a:ext cx="260604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1737360"/>
            <a:ext cx="36576" cy="256032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9659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537960" y="25146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human-in-the-loop, risk-based review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1: Constrain the Input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less room to improvise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786384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737360"/>
            <a:ext cx="36576" cy="6858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743200" y="1828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explicit constraints: "Only answer based on the provided context. If unsure, say so."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560320"/>
            <a:ext cx="786384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560320"/>
            <a:ext cx="36576" cy="6858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743200" y="2651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templates with clear sections. Reduce ambiguity about what's expected.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383280"/>
            <a:ext cx="786384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383280"/>
            <a:ext cx="36576" cy="6858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743200" y="34747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model exactly what good output looks like — including how to handle uncertainty.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input → Narrower output space → Fewer hallucinations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2: Ground in Source Material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model work from evidence, not memory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411480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965960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46888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2423160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8016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46888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your knowledge base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68680" y="2880360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8016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46888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relevant docs into prompt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68680" y="3337560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8016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46888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answers from the context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0" y="1737360"/>
            <a:ext cx="35661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9200" y="1737360"/>
            <a:ext cx="36576" cy="10972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7" name="Text 24"/>
          <p:cNvSpPr/>
          <p:nvPr/>
        </p:nvSpPr>
        <p:spPr>
          <a:xfrm>
            <a:off x="530352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Requirements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30352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the model to cite sources for every claim. If it can't cite, it shouldn't state.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029200" y="3108960"/>
            <a:ext cx="35661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29200" y="3108960"/>
            <a:ext cx="36576" cy="1188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1" name="Text 28"/>
          <p:cNvSpPr/>
          <p:nvPr/>
        </p:nvSpPr>
        <p:spPr>
          <a:xfrm>
            <a:off x="530352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Management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303520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 isn't always better. Curate what you inject — irrelevant context dilutes signal.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3: Structured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responses into verifiable shapes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840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737360"/>
            <a:ext cx="36576" cy="12801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exact fields and types. Invalid outputs are caught immediately.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737360"/>
            <a:ext cx="3840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1737360"/>
            <a:ext cx="36576" cy="12801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/ Tool Use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8348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must call defined functions with typed parameters. No freeform hallucination.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291840"/>
            <a:ext cx="7955280" cy="10058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42900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"answer": "...", "confidence": 0.92, "sources": ["doc_14", "doc_7"], "caveats": ["..."] }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4: Self-Verification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check its own work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786384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737360"/>
            <a:ext cx="36576" cy="6858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926080" y="17830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step-by-step reasoning before the final answer. Errors in reasoning are easier to spot than errors in conclusions.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560320"/>
            <a:ext cx="786384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560320"/>
            <a:ext cx="36576" cy="6858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Prompts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926080" y="26060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your answer. Are there any claims you're not confident about? Flag them." Models can often identify their own weak points.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383280"/>
            <a:ext cx="786384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383280"/>
            <a:ext cx="36576" cy="6858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926080" y="34290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rate its confidence per claim. Low-confidence outputs get routed to human review.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0624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32688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but not sufficient alone — models can confidently validate their own hallucinations.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5: Multi-Pass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second call to verify the first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22860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737360"/>
            <a:ext cx="36576" cy="13716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produces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response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8803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49E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3383280" y="1737360"/>
            <a:ext cx="22860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1737360"/>
            <a:ext cx="36576" cy="13716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56616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reviews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accuracy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235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49E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126480" y="1737360"/>
            <a:ext cx="22860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6480" y="1737360"/>
            <a:ext cx="36576" cy="13716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7"/>
          <p:cNvSpPr/>
          <p:nvPr/>
        </p:nvSpPr>
        <p:spPr>
          <a:xfrm>
            <a:off x="63093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30936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Pass, flag for review,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regenerate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3383280"/>
            <a:ext cx="38404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383280"/>
            <a:ext cx="36576" cy="914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model evaluates output quality against defined criteria.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54880" y="3383280"/>
            <a:ext cx="38404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54880" y="3383280"/>
            <a:ext cx="36576" cy="914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Verification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02920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different vendor's model as the evaluator to avoid correlated errors.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6: Guardrails and Filters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boring stuff that actually works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840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737360"/>
            <a:ext cx="36576" cy="9601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patterns, schema checks, type validation. Reject malformed responses before they reach users.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737360"/>
            <a:ext cx="3840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1737360"/>
            <a:ext cx="36576" cy="9601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Rules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8348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checks: valid date ranges, real product codes, known entity names.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880360"/>
            <a:ext cx="3840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2880360"/>
            <a:ext cx="36576" cy="9601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Blocklists &amp; Allowlists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specific phrases, require certain disclaimers, enforce output boundaries.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2880360"/>
            <a:ext cx="3840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54880" y="2880360"/>
            <a:ext cx="36576" cy="9601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19"/>
          <p:cNvSpPr/>
          <p:nvPr/>
        </p:nvSpPr>
        <p:spPr>
          <a:xfrm>
            <a:off x="498348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Testing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98348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that run against every output. Treat AI output like code — test it.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deterministic checks — they never hallucinate themselves.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7: Human-in-the-Loop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what matters, not everything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786384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920240"/>
            <a:ext cx="1097280" cy="4114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920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48840" y="19202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65176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summaries, draft suggestions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2606040"/>
            <a:ext cx="1097280" cy="41148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2606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48840" y="26060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65176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 sampling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answers, code reviews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14400" y="3291840"/>
            <a:ext cx="1097280" cy="41148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3291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148840" y="3291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65176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human review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29200" y="3291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comms, legal, compliance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Layering It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pipeline applies multiple techniques at each stage: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1554480" cy="411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1554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14884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template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15544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03120" y="1554480"/>
            <a:ext cx="1554480" cy="411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2057400"/>
            <a:ext cx="1554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12848" y="214884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curation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injection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15544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0480" y="1554480"/>
            <a:ext cx="1554480" cy="41148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2057400"/>
            <a:ext cx="1554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0208" y="214884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15544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77840" y="1554480"/>
            <a:ext cx="1554480" cy="4114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2057400"/>
            <a:ext cx="1554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214884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rules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86600" y="15544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15200" y="1554480"/>
            <a:ext cx="1554480" cy="4114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0" y="2057400"/>
            <a:ext cx="1554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24928" y="214884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routing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840480"/>
            <a:ext cx="36576" cy="5943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catches different failure modes. Together, they reduce hallucination risk by orders of magnitude.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Techniques 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 behind the methods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Constraining Reduces Surface Area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funnel. Each constraint narrows the space of possible outputs.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2560320" cy="201168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Constraints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possible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sequences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49E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840480" y="1737360"/>
            <a:ext cx="2011680" cy="201168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responses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49E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949440" y="1737360"/>
            <a:ext cx="1463040" cy="201168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Grounding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possible outputs = fewer wrong ones. Constraints are your first line of defence.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Shifts Recall to Extraction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84048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36576" cy="27432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GROUNDING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Task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our refund policy?"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reconstructs answer from training data. May confuse your policy with another company's. High hallucination risk.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84048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97280"/>
            <a:ext cx="36576" cy="2743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GROUNDING (RAG)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Task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"Based on this document, what is our refund policy?"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finds the answer in provided text. Much harder to fabricate when the source is right there.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114800"/>
            <a:ext cx="36576" cy="5029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is fundamentally more reliable than recall. RAG changes the task, not just the context.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Exploits Model Strengths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better at evaluating claims than generating them from scratch.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840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7360"/>
            <a:ext cx="36576" cy="13716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an answer about X"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Open-ended, many degrees of freedom, must construct from learned patterns.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3840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737360"/>
            <a:ext cx="36576" cy="13716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answer correct given this source?"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Constrained, binary-ish, comparison against evidence. Much simpler cognitive task.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multi-pass validation works: you're giving the model an easier job the second time around. And by using a different model or a different prompt, you get independent verification — correlated errors are less likely.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 Effect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catches different failure modes. Error rates compound favourably: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315200" cy="34747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5448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(no mitigation)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9244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error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4572000" cy="34747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574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Structured prompting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2057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 error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2286000" cy="34747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60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RAG grounding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3240" y="2560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3–5% error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1097280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/>
          <p:nvPr/>
        </p:nvSpPr>
        <p:spPr>
          <a:xfrm>
            <a:off x="1874520" y="3063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Structured output  —  1–3% error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457200" cy="3474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Multi-pass validation  —  &lt;1% error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069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rates — actual numbers depend on your domain and implementation quality.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checks with uncorrelated errors compound multiplicatively. Five imperfect layers beat one perfect one.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a System,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Prompt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73152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solve hallucination with a single technique.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design systems where hallucination is caught before it matters.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Trusting AI Output: Preventing Hallucinations</dc:title>
  <dc:subject>PptxGenJS Presentation</dc:subject>
  <dc:creator>Steve</dc:creator>
  <cp:lastModifiedBy>Steve</cp:lastModifiedBy>
  <cp:revision>1</cp:revision>
  <dcterms:created xsi:type="dcterms:W3CDTF">2026-04-01T23:03:46Z</dcterms:created>
  <dcterms:modified xsi:type="dcterms:W3CDTF">2026-04-01T23:03:46Z</dcterms:modified>
</cp:coreProperties>
</file>